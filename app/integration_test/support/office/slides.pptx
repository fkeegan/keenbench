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Performance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increased 15% quarter-over-quarter</a:t>
            </a:r>
          </a:p>
          <a:p>
            <a:r>
              <a:t>Customer base grew to 1,200 active accounts</a:t>
            </a:r>
          </a:p>
          <a:p>
            <a:r>
              <a:t>Three major product releases shipped on schedule</a:t>
            </a:r>
          </a:p>
          <a:p>
            <a:r>
              <a:t>Employee satisfaction score: 4.3/5.0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Thank you for reviewing. For questions, contact the analytics team at analytics@example.com.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