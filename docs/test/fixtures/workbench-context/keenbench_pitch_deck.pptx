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KeenBench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Fictional Pitch Deck (QA)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Turning source material into deliverables is slow and error-prone</a:t>
            </a:r>
          </a:p>
          <a:p>
            <a:r>
              <a:t>Inputs are messy: notes, PDFs, spreadsheets, slide decks</a:t>
            </a:r>
          </a:p>
          <a:p>
            <a:r>
              <a:t>Edits are hard to review and hard to audit</a:t>
            </a:r>
          </a:p>
          <a:p>
            <a:r>
              <a:t>Teams need consistency across documents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KeenBench: assisted drafting with guardrails</a:t>
            </a:r>
          </a:p>
          <a:p>
            <a:r>
              <a:t>Workbench holds files + persistent context</a:t>
            </a:r>
          </a:p>
          <a:p>
            <a:r>
              <a:t>Workshop produces a Draft (not auto-publish)</a:t>
            </a:r>
          </a:p>
          <a:p>
            <a:r>
              <a:t>Review shows offline diffs before Publish</a:t>
            </a:r>
          </a:p>
          <a:p>
            <a:r>
              <a:t>Explicit egress consent before any model call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(Fictional)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Mira Kwon - CEO (Ops; also Sales/Growth)</a:t>
            </a:r>
          </a:p>
          <a:p>
            <a:r>
              <a:t>Ethan Park - CTO (Engineering)</a:t>
            </a:r>
          </a:p>
          <a:p>
            <a:r>
              <a:t>Priya Desai - Sales Rep (Sales/Growth)</a:t>
            </a:r>
          </a:p>
          <a:p>
            <a:r>
              <a:t>Luis Alvarez - Lead Engineer (Engineering)</a:t>
            </a:r>
          </a:p>
          <a:p>
            <a:r>
              <a:t>QA marker: KEENBENCH_PITCH_DECK=PPTX_V1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QA marker: KEENBENCH_PITCH_DECK=PPTX_V1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